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SOFTMATRICES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AI Solutions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Enterprise Operations with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 &amp; LLM-Powered Agents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13716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www.softmatrices.com  |  +91-9766476600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Applied AI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solutions engineered for real-world enterprise challenges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 QA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LLM-finetuned models for visual defect detection &amp; quality assurance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55448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74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AI Agents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7784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Git-integrated AI agents automating the full software development lifecycle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46120"/>
            <a:ext cx="2514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246120"/>
            <a:ext cx="54864" cy="13716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04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8016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code synthesis, review, and refactoring powered by AI agents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383280" y="3246120"/>
            <a:ext cx="2514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383280" y="324612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5204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11480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Automation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11480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CI/CD pipeline management, infrastructure provisioning &amp; monitoring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217920" y="3246120"/>
            <a:ext cx="2514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17920" y="324612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5204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4944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94944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 and root cause analysis from system logs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SOFTMATRICES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Finetuning for Image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through Visual Intelligence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Curation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domain-specific image datasets with labeled defects, anomalies, and quality benchmarks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Finetuning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vision LLMs (GPT-4V, LLaVA, etc.) on curated datasets for domain-specific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optimized models for real-time image analysis with automated pass/fail classification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via human-in-the-loop validation and model retraining cycles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234440"/>
            <a:ext cx="3749040" cy="34747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Benefits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90195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66928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defect detection with 95%+ accuracy</a:t>
            </a:r>
            <a:endParaRPr lang="en-US" sz="11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340864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669280" y="2313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QA effort by up to 70%</a:t>
            </a:r>
            <a:endParaRPr lang="en-US" sz="11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779776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669280" y="2752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quality scoring &amp; classification</a:t>
            </a:r>
            <a:endParaRPr lang="en-US" sz="11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218688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669280" y="3191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model customization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657600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669280" y="3630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across product lines &amp; factories</a:t>
            </a:r>
            <a:endParaRPr lang="en-US" sz="11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4096512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66928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analytics &amp; quality trend reports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SOFTMATRICES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for SDLC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Git Repository Integration across the Development Lifecycle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1234440"/>
            <a:ext cx="640080" cy="64008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41732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88920" y="1234440"/>
            <a:ext cx="640080" cy="640080"/>
          </a:xfrm>
          <a:prstGeom prst="ellipse">
            <a:avLst/>
          </a:prstGeom>
          <a:solidFill>
            <a:srgbClr val="00D4AA">
              <a:alpha val="85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3716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6888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41732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526280" y="1234440"/>
            <a:ext cx="640080" cy="64008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37160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0624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1417320"/>
            <a:ext cx="274320" cy="27432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263640" y="1234440"/>
            <a:ext cx="640080" cy="64008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371600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94360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1417320"/>
            <a:ext cx="274320" cy="274320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8001000" y="1234440"/>
            <a:ext cx="640080" cy="640080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0" y="1371600"/>
            <a:ext cx="365760" cy="36576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68096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5" name="Shape 14"/>
          <p:cNvSpPr/>
          <p:nvPr/>
        </p:nvSpPr>
        <p:spPr>
          <a:xfrm>
            <a:off x="548640" y="242316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2606040"/>
            <a:ext cx="365760" cy="36576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23444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 Reviews</a:t>
            </a:r>
            <a:endParaRPr lang="en-US" sz="1300" dirty="0"/>
          </a:p>
        </p:txBody>
      </p:sp>
      <p:sp>
        <p:nvSpPr>
          <p:cNvPr id="28" name="Text 16"/>
          <p:cNvSpPr/>
          <p:nvPr/>
        </p:nvSpPr>
        <p:spPr>
          <a:xfrm>
            <a:off x="1234440" y="28529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analyze pull requests for code quality, security vulnerabilities, and adherence to coding standards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4754880" y="242316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2606040"/>
            <a:ext cx="365760" cy="36576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44068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Branch Management</a:t>
            </a:r>
            <a:endParaRPr lang="en-US" sz="1300" dirty="0"/>
          </a:p>
        </p:txBody>
      </p:sp>
      <p:sp>
        <p:nvSpPr>
          <p:cNvPr id="32" name="Text 19"/>
          <p:cNvSpPr/>
          <p:nvPr/>
        </p:nvSpPr>
        <p:spPr>
          <a:xfrm>
            <a:off x="5440680" y="28529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conflict detection, merge suggestions, and branch lifecycle management via AI</a:t>
            </a:r>
            <a:endParaRPr lang="en-US" sz="1000" dirty="0"/>
          </a:p>
        </p:txBody>
      </p:sp>
      <p:sp>
        <p:nvSpPr>
          <p:cNvPr id="33" name="Shape 20"/>
          <p:cNvSpPr/>
          <p:nvPr/>
        </p:nvSpPr>
        <p:spPr>
          <a:xfrm>
            <a:off x="548640" y="36118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3794760"/>
            <a:ext cx="365760" cy="36576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1234440" y="3721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Analysis &amp; Insights</a:t>
            </a:r>
            <a:endParaRPr lang="en-US" sz="1300" dirty="0"/>
          </a:p>
        </p:txBody>
      </p:sp>
      <p:sp>
        <p:nvSpPr>
          <p:cNvPr id="36" name="Text 22"/>
          <p:cNvSpPr/>
          <p:nvPr/>
        </p:nvSpPr>
        <p:spPr>
          <a:xfrm>
            <a:off x="1234440" y="40416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commit summaries, impact analysis, and changelog generation from Git history</a:t>
            </a:r>
            <a:endParaRPr lang="en-US" sz="1000" dirty="0"/>
          </a:p>
        </p:txBody>
      </p:sp>
      <p:sp>
        <p:nvSpPr>
          <p:cNvPr id="37" name="Shape 23"/>
          <p:cNvSpPr/>
          <p:nvPr/>
        </p:nvSpPr>
        <p:spPr>
          <a:xfrm>
            <a:off x="4754880" y="36118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3794760"/>
            <a:ext cx="365760" cy="36576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440680" y="3721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Orchestration</a:t>
            </a:r>
            <a:endParaRPr lang="en-US" sz="1300" dirty="0"/>
          </a:p>
        </p:txBody>
      </p:sp>
      <p:sp>
        <p:nvSpPr>
          <p:cNvPr id="40" name="Text 25"/>
          <p:cNvSpPr/>
          <p:nvPr/>
        </p:nvSpPr>
        <p:spPr>
          <a:xfrm>
            <a:off x="5440680" y="40416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pipeline optimization, build failure prediction, and automated rollback decisions</a:t>
            </a:r>
            <a:endParaRPr lang="en-US" sz="1000" dirty="0"/>
          </a:p>
        </p:txBody>
      </p:sp>
      <p:sp>
        <p:nvSpPr>
          <p:cNvPr id="41" name="Text 26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SOFTMATRICES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for Code Generation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Natural Language to Production-Ready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4864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project structure, dependencies, and coding conventions to generate idiomatic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54864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TypeScript, Go, C#, and more — adapts to your technology stack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42616"/>
            <a:ext cx="54864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42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Review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916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review of generated and human-written code with actionable suggestions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4864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92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Assistance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666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technical debt and suggests optimized patterns for cleaner architecture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42232"/>
            <a:ext cx="54864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42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Generation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416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comprehensive test suites covering edge cases and business logic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1143000"/>
            <a:ext cx="3749040" cy="356616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Metrics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6364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boilerplate coding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2542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63640" y="25877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bugs in generated code vs. manual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2552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263640" y="33009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feature delivery to production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39684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63640" y="4014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from auto-generated tests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SOFTMATRICES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for DevOps Activity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Infrastructure Management &amp; Deployment Automation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606040" cy="7772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1284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Terraform/CloudFormation generation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6148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policy optimization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1012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anomaly detection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58768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configuration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347472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3474720" y="1188720"/>
            <a:ext cx="2606040" cy="77724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137160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11480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Intelligence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221284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3192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failure prediction</a:t>
            </a:r>
            <a:endParaRPr lang="en-US" sz="10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76148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93192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optimization &amp; caching</a:t>
            </a:r>
            <a:endParaRPr lang="en-US" sz="10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3310128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93192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risk assessment</a:t>
            </a:r>
            <a:endParaRPr lang="en-US" sz="10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3858768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93192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rollback triggers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640080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19"/>
          <p:cNvSpPr/>
          <p:nvPr/>
        </p:nvSpPr>
        <p:spPr>
          <a:xfrm>
            <a:off x="6400800" y="1188720"/>
            <a:ext cx="2606040" cy="7772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1371600"/>
            <a:ext cx="365760" cy="36576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704088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3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2212848"/>
            <a:ext cx="182880" cy="18288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85800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integration</a:t>
            </a:r>
            <a:endParaRPr lang="en-US" sz="105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0" y="2761488"/>
            <a:ext cx="182880" cy="18288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85800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enforcement</a:t>
            </a:r>
            <a:endParaRPr lang="en-US" sz="105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0" y="3310128"/>
            <a:ext cx="182880" cy="18288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85800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audit</a:t>
            </a:r>
            <a:endParaRPr lang="en-US" sz="105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3680" y="3858768"/>
            <a:ext cx="182880" cy="18288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85800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 generation</a:t>
            </a:r>
            <a:endParaRPr lang="en-US" sz="1050" dirty="0"/>
          </a:p>
        </p:txBody>
      </p:sp>
      <p:sp>
        <p:nvSpPr>
          <p:cNvPr id="42" name="Text 25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SOFTMATRICES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for Log Monitoring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Anomaly Detection &amp; Intelligent Root Cause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536192"/>
            <a:ext cx="36576" cy="502920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Ingestion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logs from applications, infrastructure, and cloud services in real-time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75688"/>
            <a:ext cx="320040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423160"/>
            <a:ext cx="36576" cy="502920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350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unstructured log data using LLM agents to extract structured events and patterns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320040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62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310128"/>
            <a:ext cx="36576" cy="502920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2369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baseline learning with instant alerts on deviations and emerging issues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49624"/>
            <a:ext cx="320040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49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1239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correlates across log sources to pinpoint failure origins and suggest fixes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1188720"/>
            <a:ext cx="3749040" cy="356616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Outcomes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 Faster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176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2587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 Less Noise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03520" y="2889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false positives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3300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99.95%+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 target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4014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Savings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0352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incident management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SOFTMATRICES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Softmatrices?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10972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54864" cy="109728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understanding of enterprise software, manufacturing QA, and cloud-native architectures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3840480" cy="10972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88720"/>
            <a:ext cx="54864" cy="109728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AI agents deployed at scale with robust monitoring and fallback mechanisms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3840480" cy="10972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2377440"/>
            <a:ext cx="54864" cy="109728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060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80160" y="2834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with existing Git workflows, CI/CD pipelines, and monitoring stacks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2377440"/>
            <a:ext cx="3840480" cy="109728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377440"/>
            <a:ext cx="54864" cy="109728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060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ROI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86400" y="2834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approach with clear KPIs, benchmarks, and continuous optimization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011680" y="3749040"/>
            <a:ext cx="5120640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Text 21"/>
          <p:cNvSpPr/>
          <p:nvPr/>
        </p:nvSpPr>
        <p:spPr>
          <a:xfrm>
            <a:off x="2011680" y="3749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Future Together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201168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www.softmatrices.com  |  +91-9766476600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AI Solutions - Softmatrices</dc:title>
  <dc:subject>PptxGenJS Presentation</dc:subject>
  <dc:creator>Softmatrices</dc:creator>
  <cp:lastModifiedBy>Softmatrices</cp:lastModifiedBy>
  <cp:revision>1</cp:revision>
  <dcterms:created xsi:type="dcterms:W3CDTF">2026-02-28T13:37:35Z</dcterms:created>
  <dcterms:modified xsi:type="dcterms:W3CDTF">2026-02-28T13:37:35Z</dcterms:modified>
</cp:coreProperties>
</file>